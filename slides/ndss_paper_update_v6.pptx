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395e8a96b4d12" /><Relationship Type="http://schemas.openxmlformats.org/officeDocument/2006/relationships/extended-properties" Target="/docProps/app.xml" Id="R37368bdd72b3406b" /><Relationship Type="http://schemas.openxmlformats.org/officeDocument/2006/relationships/officeDocument" Target="/ppt/presentation.xml" Id="Rbfdc272a2262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16bc03869416e"/>
  </p:sldMasterIdLst>
  <p:notesMasterIdLst>
    <p:notesMasterId xmlns:r="http://schemas.openxmlformats.org/officeDocument/2006/relationships" r:id="R67b69834d8394912"/>
  </p:notesMasterIdLst>
  <p:sldIdLst>
    <p:sldId xmlns:r="http://schemas.openxmlformats.org/officeDocument/2006/relationships" id="256" r:id="Re9d92fc61fd8426e"/>
    <p:sldId xmlns:r="http://schemas.openxmlformats.org/officeDocument/2006/relationships" id="257" r:id="R7a48c9e092a94c86"/>
    <p:sldId xmlns:r="http://schemas.openxmlformats.org/officeDocument/2006/relationships" id="258" r:id="R873c749a58c744ed"/>
    <p:sldId xmlns:r="http://schemas.openxmlformats.org/officeDocument/2006/relationships" id="259" r:id="R56500acddadd4969"/>
    <p:sldId xmlns:r="http://schemas.openxmlformats.org/officeDocument/2006/relationships" id="260" r:id="Re64dbedf447843fc"/>
    <p:sldId xmlns:r="http://schemas.openxmlformats.org/officeDocument/2006/relationships" id="261" r:id="R84750c1152174003"/>
    <p:sldId xmlns:r="http://schemas.openxmlformats.org/officeDocument/2006/relationships" id="262" r:id="Rb70585cec1b3414c"/>
    <p:sldId xmlns:r="http://schemas.openxmlformats.org/officeDocument/2006/relationships" id="263" r:id="Rf92d10e416a446b7"/>
    <p:sldId xmlns:r="http://schemas.openxmlformats.org/officeDocument/2006/relationships" id="264" r:id="R2e7b87bd3fdb4f9b"/>
    <p:sldId xmlns:r="http://schemas.openxmlformats.org/officeDocument/2006/relationships" id="265" r:id="Rcce3f69d2ba14658"/>
    <p:sldId xmlns:r="http://schemas.openxmlformats.org/officeDocument/2006/relationships" id="266" r:id="Ra375ede443684671"/>
    <p:sldId xmlns:r="http://schemas.openxmlformats.org/officeDocument/2006/relationships" id="267" r:id="R4b3cf20ee26b42f5"/>
    <p:sldId xmlns:r="http://schemas.openxmlformats.org/officeDocument/2006/relationships" id="268" r:id="R930c24dfe1374331"/>
    <p:sldId xmlns:r="http://schemas.openxmlformats.org/officeDocument/2006/relationships" id="269" r:id="R6cc52e58f9504e94"/>
    <p:sldId xmlns:r="http://schemas.openxmlformats.org/officeDocument/2006/relationships" id="270" r:id="R88fb78d292f54d4c"/>
    <p:sldId xmlns:r="http://schemas.openxmlformats.org/officeDocument/2006/relationships" id="271" r:id="Rdc69524df07046f0"/>
    <p:sldId xmlns:r="http://schemas.openxmlformats.org/officeDocument/2006/relationships" id="272" r:id="Re4375363ed9b4a45"/>
    <p:sldId xmlns:r="http://schemas.openxmlformats.org/officeDocument/2006/relationships" id="273" r:id="R8d89b5114f014ef1"/>
    <p:sldId xmlns:r="http://schemas.openxmlformats.org/officeDocument/2006/relationships" id="274" r:id="Rd13e49cda941421f"/>
    <p:sldId xmlns:r="http://schemas.openxmlformats.org/officeDocument/2006/relationships" id="275" r:id="Rddb2a81917544a62"/>
    <p:sldId xmlns:r="http://schemas.openxmlformats.org/officeDocument/2006/relationships" id="276" r:id="R9f6421a498e44bb9"/>
    <p:sldId xmlns:r="http://schemas.openxmlformats.org/officeDocument/2006/relationships" id="277" r:id="Rd68f803463f34f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6aa4bb80554c04" /><Relationship Type="http://schemas.openxmlformats.org/officeDocument/2006/relationships/slideMaster" Target="/ppt/slideMasters/slideMaster1.xml" Id="R6f616bc03869416e" /><Relationship Type="http://schemas.openxmlformats.org/officeDocument/2006/relationships/notesMaster" Target="/ppt/notesMasters/notesMaster1.xml" Id="R67b69834d8394912" /><Relationship Type="http://schemas.openxmlformats.org/officeDocument/2006/relationships/presProps" Target="/ppt/presProps.xml" Id="Rd8f43459945e4e00" /><Relationship Type="http://schemas.openxmlformats.org/officeDocument/2006/relationships/tableStyles" Target="/ppt/tableStyles.xml" Id="Rf63bb1b57bbb4bcc" /><Relationship Type="http://schemas.openxmlformats.org/officeDocument/2006/relationships/slide" Target="/ppt/slides/slide1.xml" Id="Re9d92fc61fd8426e" /><Relationship Type="http://schemas.openxmlformats.org/officeDocument/2006/relationships/slide" Target="/ppt/slides/slide2.xml" Id="R7a48c9e092a94c86" /><Relationship Type="http://schemas.openxmlformats.org/officeDocument/2006/relationships/slide" Target="/ppt/slides/slide3.xml" Id="R873c749a58c744ed" /><Relationship Type="http://schemas.openxmlformats.org/officeDocument/2006/relationships/slide" Target="/ppt/slides/slide4.xml" Id="R56500acddadd4969" /><Relationship Type="http://schemas.openxmlformats.org/officeDocument/2006/relationships/slide" Target="/ppt/slides/slide5.xml" Id="Re64dbedf447843fc" /><Relationship Type="http://schemas.openxmlformats.org/officeDocument/2006/relationships/slide" Target="/ppt/slides/slide6.xml" Id="R84750c1152174003" /><Relationship Type="http://schemas.openxmlformats.org/officeDocument/2006/relationships/slide" Target="/ppt/slides/slide7.xml" Id="Rb70585cec1b3414c" /><Relationship Type="http://schemas.openxmlformats.org/officeDocument/2006/relationships/slide" Target="/ppt/slides/slide8.xml" Id="Rf92d10e416a446b7" /><Relationship Type="http://schemas.openxmlformats.org/officeDocument/2006/relationships/slide" Target="/ppt/slides/slide9.xml" Id="R2e7b87bd3fdb4f9b" /><Relationship Type="http://schemas.openxmlformats.org/officeDocument/2006/relationships/slide" Target="/ppt/slides/slide10.xml" Id="Rcce3f69d2ba14658" /><Relationship Type="http://schemas.openxmlformats.org/officeDocument/2006/relationships/slide" Target="/ppt/slides/slide11.xml" Id="Ra375ede443684671" /><Relationship Type="http://schemas.openxmlformats.org/officeDocument/2006/relationships/slide" Target="/ppt/slides/slide12.xml" Id="R4b3cf20ee26b42f5" /><Relationship Type="http://schemas.openxmlformats.org/officeDocument/2006/relationships/slide" Target="/ppt/slides/slide13.xml" Id="R930c24dfe1374331" /><Relationship Type="http://schemas.openxmlformats.org/officeDocument/2006/relationships/slide" Target="/ppt/slides/slide14.xml" Id="R6cc52e58f9504e94" /><Relationship Type="http://schemas.openxmlformats.org/officeDocument/2006/relationships/slide" Target="/ppt/slides/slide15.xml" Id="R88fb78d292f54d4c" /><Relationship Type="http://schemas.openxmlformats.org/officeDocument/2006/relationships/slide" Target="/ppt/slides/slide16.xml" Id="Rdc69524df07046f0" /><Relationship Type="http://schemas.openxmlformats.org/officeDocument/2006/relationships/slide" Target="/ppt/slides/slide17.xml" Id="Re4375363ed9b4a45" /><Relationship Type="http://schemas.openxmlformats.org/officeDocument/2006/relationships/slide" Target="/ppt/slides/slide18.xml" Id="R8d89b5114f014ef1" /><Relationship Type="http://schemas.openxmlformats.org/officeDocument/2006/relationships/slide" Target="/ppt/slides/slide19.xml" Id="Rd13e49cda941421f" /><Relationship Type="http://schemas.openxmlformats.org/officeDocument/2006/relationships/slide" Target="/ppt/slides/slide20.xml" Id="Rddb2a81917544a62" /><Relationship Type="http://schemas.openxmlformats.org/officeDocument/2006/relationships/slide" Target="/ppt/slides/slide21.xml" Id="R9f6421a498e44bb9" /><Relationship Type="http://schemas.openxmlformats.org/officeDocument/2006/relationships/slide" Target="/ppt/slides/slide22.xml" Id="Rd68f803463f3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befc51362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8a99bc777409f" /><Relationship Type="http://schemas.openxmlformats.org/officeDocument/2006/relationships/notesMaster" Target="/ppt/notesMasters/notesMaster1.xml" Id="R8771dfc6bba8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56e11dce3d4b9e" /><Relationship Type="http://schemas.openxmlformats.org/officeDocument/2006/relationships/notesMaster" Target="/ppt/notesMasters/notesMaster1.xml" Id="Rd3fde1c4f9d649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b9baf2dba94b8f" /><Relationship Type="http://schemas.openxmlformats.org/officeDocument/2006/relationships/notesMaster" Target="/ppt/notesMasters/notesMaster1.xml" Id="Rbb22c320b16b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b72b615634e65" /><Relationship Type="http://schemas.openxmlformats.org/officeDocument/2006/relationships/notesMaster" Target="/ppt/notesMasters/notesMaster1.xml" Id="Rae506600d75a44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4b954ef7b4076" /><Relationship Type="http://schemas.openxmlformats.org/officeDocument/2006/relationships/notesMaster" Target="/ppt/notesMasters/notesMaster1.xml" Id="Rf60b3cd6f11041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413c4f1aa479f" /><Relationship Type="http://schemas.openxmlformats.org/officeDocument/2006/relationships/notesMaster" Target="/ppt/notesMasters/notesMaster1.xml" Id="R3723ab69b8bf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c0bfe973b2479f" /><Relationship Type="http://schemas.openxmlformats.org/officeDocument/2006/relationships/notesMaster" Target="/ppt/notesMasters/notesMaster1.xml" Id="R3c9c4f59e90549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f8de3292ee4ca3" /><Relationship Type="http://schemas.openxmlformats.org/officeDocument/2006/relationships/notesMaster" Target="/ppt/notesMasters/notesMaster1.xml" Id="Rebf73db06de144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299600e6d44d9" /><Relationship Type="http://schemas.openxmlformats.org/officeDocument/2006/relationships/notesMaster" Target="/ppt/notesMasters/notesMaster1.xml" Id="R4b9db59e7e114a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1c3ef3d80145fc" /><Relationship Type="http://schemas.openxmlformats.org/officeDocument/2006/relationships/notesMaster" Target="/ppt/notesMasters/notesMaster1.xml" Id="Rc4bfd85047d2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dd6988444f49c2" /><Relationship Type="http://schemas.openxmlformats.org/officeDocument/2006/relationships/notesMaster" Target="/ppt/notesMasters/notesMaster1.xml" Id="Rff97f003473240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c0a8eef8a644c7" /><Relationship Type="http://schemas.openxmlformats.org/officeDocument/2006/relationships/notesMaster" Target="/ppt/notesMasters/notesMaster1.xml" Id="R04dd09d3687c44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593ccc4d0947d4" /><Relationship Type="http://schemas.openxmlformats.org/officeDocument/2006/relationships/notesMaster" Target="/ppt/notesMasters/notesMaster1.xml" Id="Re17bd4b928dc40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3e2054408646bd" /><Relationship Type="http://schemas.openxmlformats.org/officeDocument/2006/relationships/notesMaster" Target="/ppt/notesMasters/notesMaster1.xml" Id="Rc36f8e6d69f843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c60eb4348a442a" /><Relationship Type="http://schemas.openxmlformats.org/officeDocument/2006/relationships/notesMaster" Target="/ppt/notesMasters/notesMaster1.xml" Id="R17429bb0c69e41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969ee45e314a29" /><Relationship Type="http://schemas.openxmlformats.org/officeDocument/2006/relationships/notesMaster" Target="/ppt/notesMasters/notesMaster1.xml" Id="Re6bc6c2578a54e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c40295b86a445d" /><Relationship Type="http://schemas.openxmlformats.org/officeDocument/2006/relationships/notesMaster" Target="/ppt/notesMasters/notesMaster1.xml" Id="R2684e2d21f5646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e31d082f584823" /><Relationship Type="http://schemas.openxmlformats.org/officeDocument/2006/relationships/notesMaster" Target="/ppt/notesMasters/notesMaster1.xml" Id="Rb1da94e8667945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13626701c64cb7" /><Relationship Type="http://schemas.openxmlformats.org/officeDocument/2006/relationships/notesMaster" Target="/ppt/notesMasters/notesMaster1.xml" Id="Ra8a35d59d8ba48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f3d05529024f9c" /><Relationship Type="http://schemas.openxmlformats.org/officeDocument/2006/relationships/notesMaster" Target="/ppt/notesMasters/notesMaster1.xml" Id="R9c7d7792931d47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588dcdddd04ed0" /><Relationship Type="http://schemas.openxmlformats.org/officeDocument/2006/relationships/notesMaster" Target="/ppt/notesMasters/notesMaster1.xml" Id="R43f62af56b9f4e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6639607adb46aa" /><Relationship Type="http://schemas.openxmlformats.org/officeDocument/2006/relationships/notesMaster" Target="/ppt/notesMasters/notesMaster1.xml" Id="R3518c9951063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周会目标：不是复述论文结构，而是让听众能回答研究问题、价值、当前结论、证据、边界和下一步判断。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把导师/同学带到同一条判断链上：先明确问题和价值，再给结论、证据、边界，最后请大家判断下一步。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问题不是能不能记录事件，而是能否把低层硬件事件连接到进程、可执行文件和行为标签，同时不把参考日志误报成硬件恢复结果。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价值要讲清楚：软件 tracing 不是没用，而是不适合单独承担对抗性 workload 的全部证据链；硬件 trace 提供独立观察点，但必须补上归因和边界。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当前结论要一句话说完：在受控 RISC-V Linux workload 下，可以从 CVA6/Genesys2 trace 到 source-labeled reconstruction；不能声称真实 malware accuracy。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这页是周会的证据地图：不要先堆图，而是先告诉听众每类证据支持什么，不支持什么。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实现页只服务证据逻辑：哪些字段来自硬件 trace，哪些来自 ELF/runtime map，哪些只是 reference 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先证明 trace contract：事件顺序、trap/retire、syscall entry/return、drop accounting。不要直接跳到 malware behavior。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回答图表证明了什么：证明 reconstruction 没有把 reference log 当成 hardware output。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说明本地 code attribution 支持哪些边界：PIE/ASLR、dynamic object、fork/exec、stripped binary；但不声称 board-native source-line attribution。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122 作为目前最强的 CVA6 empirical result，同时说明 4 failed retained、0 drops/wraps/gaps in accepted windows。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 workload 的用法：controlled behavior coverage，而不是 in-the-wild malware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这页必须带红线：1.0/0.0 的指标不能被听众理解成检测器准确率。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这页回答证据边界：real malware、production transport、cycle overhead、JTAG RAM boot 不能放进当前主结论。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博士周会要主动讲替代解释：是不是 software reference 帮太多？是不是 local fixture 不等于 board evidence？是不是 controlled workload 太窄？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成本页保留，但必须说清楚：resource delta and timing closure，不是 cycle-level overhead。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最后必须给导师可判断的问题：主 claim 是否足够，是否补一个 board-native evidence，哪些 nonclaims 放 limitations。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reproducibility 不再作为项目管理状态，而是作为证据可信度的一部分。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收尾把六问串起来，不再停在“这周做了哪些事情”。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p99 0.0215755 B/cycle; required 0.0323633 B/cycle; at 50 MHz required 1.618 MB/s; current sustained=0, noninterference=false。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 safe baseline、malware-behavior surrogates、benign controls。长样本名只放在附录，不进入主线叙事。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vs trace-enabled resource 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c82c3225141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1361c753a4d5a" /><Relationship Type="http://schemas.openxmlformats.org/officeDocument/2006/relationships/slideLayout" Target="/ppt/slideLayouts/slideLayout1.xml" Id="R6ca4c0df0a76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4c0df0a76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66556c3bd4346" /><Relationship Type="http://schemas.openxmlformats.org/officeDocument/2006/relationships/notesSlide" Target="/ppt/notesSlides/notesSlide1.xml" Id="R3195ae1ed99e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466b485374059" /><Relationship Type="http://schemas.openxmlformats.org/officeDocument/2006/relationships/notesSlide" Target="/ppt/notesSlides/notesSlide2.xml" Id="Rb64e721be8b6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fb94b427145d1" /><Relationship Type="http://schemas.openxmlformats.org/officeDocument/2006/relationships/notesSlide" Target="/ppt/notesSlides/notesSlide3.xml" Id="Rb4fa1073bdbe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3208d11d94f77" /><Relationship Type="http://schemas.openxmlformats.org/officeDocument/2006/relationships/notesSlide" Target="/ppt/notesSlides/notesSlide4.xml" Id="Rc482af700b994f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7b8950a19455c" /><Relationship Type="http://schemas.openxmlformats.org/officeDocument/2006/relationships/notesSlide" Target="/ppt/notesSlides/notesSlide5.xml" Id="Rd34fb39e24e147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0de2cd3b544f0" /><Relationship Type="http://schemas.openxmlformats.org/officeDocument/2006/relationships/notesSlide" Target="/ppt/notesSlides/notesSlide6.xml" Id="R606c25ee3d52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67926e6342fe" /><Relationship Type="http://schemas.openxmlformats.org/officeDocument/2006/relationships/notesSlide" Target="/ppt/notesSlides/notesSlide7.xml" Id="Rddb791cf19124c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f7dff8e904745" /><Relationship Type="http://schemas.openxmlformats.org/officeDocument/2006/relationships/notesSlide" Target="/ppt/notesSlides/notesSlide8.xml" Id="Ra8535987113f4b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76f2e311f4e79" /><Relationship Type="http://schemas.openxmlformats.org/officeDocument/2006/relationships/notesSlide" Target="/ppt/notesSlides/notesSlide9.xml" Id="R554f1fc9ca4242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437c037c4dfb" /><Relationship Type="http://schemas.openxmlformats.org/officeDocument/2006/relationships/notesSlide" Target="/ppt/notesSlides/notesSlide10.xml" Id="R1b81b5ba431b48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20e97526f4c8a" /><Relationship Type="http://schemas.openxmlformats.org/officeDocument/2006/relationships/notesSlide" Target="/ppt/notesSlides/notesSlide11.xml" Id="R7375ed58116744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dc5eb864e4eed" /><Relationship Type="http://schemas.openxmlformats.org/officeDocument/2006/relationships/notesSlide" Target="/ppt/notesSlides/notesSlide12.xml" Id="Rc6031c72b12b44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c1f59bd784a93" /><Relationship Type="http://schemas.openxmlformats.org/officeDocument/2006/relationships/notesSlide" Target="/ppt/notesSlides/notesSlide13.xml" Id="Redcc85faac7342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ec3f2b087420a" /><Relationship Type="http://schemas.openxmlformats.org/officeDocument/2006/relationships/notesSlide" Target="/ppt/notesSlides/notesSlide14.xml" Id="Re8f00b4edc2c4b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7b96d64c64602" /><Relationship Type="http://schemas.openxmlformats.org/officeDocument/2006/relationships/notesSlide" Target="/ppt/notesSlides/notesSlide15.xml" Id="R4c5e7d59b3af46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1236aa78d4dab" /><Relationship Type="http://schemas.openxmlformats.org/officeDocument/2006/relationships/notesSlide" Target="/ppt/notesSlides/notesSlide16.xml" Id="R233b0fad837249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69705a7064227" /><Relationship Type="http://schemas.openxmlformats.org/officeDocument/2006/relationships/notesSlide" Target="/ppt/notesSlides/notesSlide17.xml" Id="R67d10c6a20f445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a0376581e4d3d" /><Relationship Type="http://schemas.openxmlformats.org/officeDocument/2006/relationships/notesSlide" Target="/ppt/notesSlides/notesSlide18.xml" Id="Rc7da0b386f3940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23d0a84194229" /><Relationship Type="http://schemas.openxmlformats.org/officeDocument/2006/relationships/notesSlide" Target="/ppt/notesSlides/notesSlide19.xml" Id="R1d45539cb86347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280c037b4407b" /><Relationship Type="http://schemas.openxmlformats.org/officeDocument/2006/relationships/notesSlide" Target="/ppt/notesSlides/notesSlide20.xml" Id="Rbdebd56d6c0747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65d6ced60454a" /><Relationship Type="http://schemas.openxmlformats.org/officeDocument/2006/relationships/notesSlide" Target="/ppt/notesSlides/notesSlide21.xml" Id="R195fd3ecf6e64a4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04441fa4542e4" /><Relationship Type="http://schemas.openxmlformats.org/officeDocument/2006/relationships/notesSlide" Target="/ppt/notesSlides/notesSlide22.xml" Id="Redf5432da6a640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53C22-D5ED-4B26-BECB-9D79891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BA952-20BA-4B2C-83F1-D61F6F6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NDSS PAPER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2C744-34FA-4849-9879-F8A1B05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RV-MalTrace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311E1-32BB-4AEE-A19D-72900D5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What should the group believe after this update?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DDFEC-BDD5-4ED5-834E-2CF8EE6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2C8BC-102B-4172-91ED-213FF48F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Scope: controlled Genesys2/CVA6 tracing and semantic reconstruction. Not a malware detector or production transport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3552A-770E-4B0B-99A1-5D0BCA24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artifact root: results/evaluation/genesys2-cva6/current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E28B6-D33E-46B3-96B2-57781C2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DA52A-05C8-4EC6-95EE-A9C0DD5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TRACE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EVENTS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7AF14-B423-4521-BF50-B8F5038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69B5A-6E33-4652-9B0B-F7378A7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1EAA1-BFE3-4C5F-BF8F-10DC8016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054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41775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465B8-EC6A-44AB-846B-C9B60E4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1E65C-1807-45A7-B865-8EB34258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08590-8A1E-4867-9F46-9DD102A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SIX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B69B0-05FB-4852-92F1-8BB2091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70C52-4303-4DFE-9ACC-E520DDB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report has to answer six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A9009-ECEA-4194-A6B7-F5A7729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19A1-711C-45D9-8264-B933168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Every slide should help answer one of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CFC62-ADBB-47C7-996A-E43D5DD4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B463-8981-478D-9DCD-C73AAE3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BA457-FF56-45CE-9BF9-3453ECA6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5740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Research problem: low-level trace must support high-level behavior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F8C9C-F57D-4BE9-8DA4-FE1E0AE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33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B1C07-DD09-4F4A-9C84-A0E5188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97D80-5D3B-4737-BF4E-26CD2DC0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ACB3D-FFC4-4911-97A9-9A90B609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Why it matters: software references are visible and must not be the only evidence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7A938-872D-4AF6-B56B-4025FB5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242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EAE27-B139-4B80-9F48-2CBE216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F82C7-499D-4F8F-B65D-AE16ABA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147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6E490-0823-493A-AC45-55F59EE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Core conclusion: controlled reconstruction works; detector accuracy is not claimed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CF3DF-E903-4F55-A1E0-33BC0836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BF2B6-1F0A-4E8C-953B-B2B7393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82501-50D1-42AA-8425-D93BA88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4B6FD-15D5-4036-87AD-46A6C4B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Evidence: trace tests, source labels, attribution fixtures, board windows, repro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06F8F-E7E4-4BB2-90C2-F209BD8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FC064-9023-4F09-AF5A-8D8B9DA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386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BC141-7169-4939-9AC3-8D94CF68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958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C76E2-9F06-4D24-A71D-1C70C799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Boundary: no real-malware accuracy, production transport, or cycle-overhead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AC6A8-33AD-499D-99BE-8B0DF8B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95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10159-E99E-41E7-954D-AB061E1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2920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E6969-A5C3-49D5-891A-405DF7F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863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88D5B-642D-466F-AD62-C3C8FB5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Decision needed: what claim is worth submitting, and which gap to close next?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140FA-D552-4D83-8C8B-1302D162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86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17798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072D8-B8AB-4F16-A7F5-771F1E44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F9997-E5A0-478F-879E-F99B3EBB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CE2B2-CFBE-4BD7-A208-A5D55531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F6F3E-A171-4AB0-80BB-FC7D067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1551C-4317-4D68-A242-6A292255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is the research problem?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EC0E-9B6C-411B-AC82-CC9AA84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803C-4B5F-458F-9C06-3E3CD141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Hardware trace is low-level; malware behavior claims are high-level.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C9214-D52B-4670-BE3C-1BD1C4C6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300A7-D12F-426C-89FC-77065C9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860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SOFTWARE OBSERVER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AF8D0-34DD-4D58-8C5C-C13516CB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Rich 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1953A-54A1-4549-84EE-569E90EA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766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Useful reference data, but visible to the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E2451-8395-4810-8F4B-326D799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98BC1-7456-4B15-95C1-730ABF0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860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OUT-OF-BAND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1A8AA-F5D2-452B-81DF-74A3F9D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242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52B34-A357-47F2-A9F7-09974A5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Commit-time trace starts below user-mode observer checks.</a:t>
            </a:r>
          </a:p>
        </p:txBody>
      </p:sp>
    </p:spTree>
    <p:extLst>
      <p:ext uri="{BB962C8B-B14F-4D97-AF65-F5344CB8AC3E}">
        <p14:creationId xmlns:p14="http://schemas.microsoft.com/office/powerpoint/2010/main" val="7070185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3A99F-10F6-4C53-8AE8-4E9F6467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6FE75-9CC3-4C0F-9B0D-28DF8D0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AD4E0-85AC-4725-9EA3-1DE013AC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02A7-4AA1-46D8-B3D1-D48FFC88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777B8-AEF9-49BE-8D7F-6EA2CF3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Why is this worth studying?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6887D-5CEF-40A8-B638-5937D9D5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A3003-B898-45DF-B8E0-92035946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Software logs are useful references, but they are part of the measured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AE819-A446-4F4D-9098-675C53AD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8FE11-9784-42F8-B202-A533F70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B92FA-E275-47CF-869E-D8084DE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Software traces are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4459D-241F-4C83-B4E7-013A0A6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They are excellent references, but adversarial workloads can observe or react to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2EF75-F683-416E-B05D-5D03104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E903A-21E1-49B1-B309-5C30D0F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1E5C6-B83A-417E-871E-20E3237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events are not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A7FCC-3922-4E98-B7BA-00ECB46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05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A PC, trap, or syscall transition still needs process and executable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1C60F-408F-4416-8F93-659661B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0CCDD-88EC-457A-A085-1A0FAFA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88A4E-19A6-4C6E-9B2F-4DC33046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Sources can be confused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CBFF8-C4F1-47E9-8886-820CABD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Reference logs must validate results without being reported as hardware output.</a:t>
            </a:r>
          </a:p>
        </p:txBody>
      </p:sp>
    </p:spTree>
    <p:extLst>
      <p:ext uri="{BB962C8B-B14F-4D97-AF65-F5344CB8AC3E}">
        <p14:creationId xmlns:p14="http://schemas.microsoft.com/office/powerpoint/2010/main" val="9871635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A4E1C-C1F2-4A98-BAFC-ECC1BD8D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C63A8-4CA9-413A-9B7C-A05716E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AD186-19A3-431E-8D67-5A3DA839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CURRENT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5DE94-C5CE-46BC-9D7E-0CB5087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73095-ACF9-474E-B8C3-9A32B7B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is the current core conclusion?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81A23-D701-49C9-B0B7-B19BBEA2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FFD78-6EE5-47E8-8A15-50553383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RV-MalTrace supports controlled behavior reconstruction, not detector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52C82-4BA5-47A8-87A7-CD06642A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019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33E2F-8ACE-47BD-BC31-03972E03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Current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9AAF-F620-4F67-9C41-2C00D5AB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For controlled RISC-V Linux workloads, RV-MalTrace can reconstruct behavior summaries from CVA6 trace records while labeling supporting evidence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637D4-47F1-481B-A4DF-9A7C425D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20F25-1D16-4870-8F4E-8688EC84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92646-0270-4BF5-99EA-9B1CF8C8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ordering, syscall pairing, source labels, code attribution, reproducibility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BE813-BDB8-47BF-B225-1FABB1CC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0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0B78D-6BCA-44E4-9790-2DD738A9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FFBC1-AA05-46C7-A925-15A87DF8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577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NOT CLAIMED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00352-6629-46A3-BF4B-DB4D679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real-malware accuracy, payload equivalence, production throughput, cycle overhead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22138-6B11-44D3-A734-2D7A3EDA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14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30881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0C6F6-B0B7-478A-93A4-49EA7AB9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14D0-EC35-4C55-9A0D-1D8292E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FC3A3-BE8A-4D90-876C-B86A5FC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94EE4-B987-4F04-9711-1290D829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32A2B-8579-486A-8D9F-909DF80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Which evidence supports the conclusion?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4280-B80C-46E1-AAE3-3E74108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7726-6B14-4E56-BF5D-2A76CF77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evidence is useful only if each claim keeps its source and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4DCDA-EADA-4688-B7A9-DC5265F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85390-AF4E-422F-9B34-F164922A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479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ED3FC-4106-4B28-8C5C-9149DBAC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Directed tests support event ordering and syscall entry/return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71F09-0230-498C-9C6F-90987F1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05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491DC-3774-4FBD-B5E1-F5CFDA8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62CBF-AFF3-4CDF-ADB2-A376CD2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0642A-68D2-403C-8938-F88238C0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Reconstruction summaries mark hardware, ELF, runtime-map, and reference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346C5-BAE1-49A2-9B84-765DC7B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0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05FA0-5156-4E61-AA0A-ED737B24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9BBD2-8763-4365-B441-F6D3FD84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ATTRIB.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0BAE5-F8A7-4012-A0F8-5CDCB8D9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433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Local fixtures cover PIE/ASLR, dynamic objects, fork/exec, stripped binaries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E21DA-62C0-41FC-9D49-EF5BBC5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55664-C8B3-456A-8748-ECD7D3D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610B5-E561-4A07-93E1-01E7DE81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DFC45-C841-46BF-81D6-79EF37D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122 accepted CVA6 windows support scoped empirical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44DF0-D868-4FA6-BE1C-F4EFDDCD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16A7D-7D99-4622-B866-B9E7C01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36F8C-6383-49AB-A77C-AFE4709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91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REPRO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8B207-5635-414B-934F-60D334F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Manifest and SHA-256 checks make the current evidence package reviewable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5BE1A-C3D7-475D-9B76-CB9F67B0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48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521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0D31D-78D9-4583-B0FC-34B4C36D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3AA6A-4E82-41BD-AE28-58DD892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969B7-C23E-486A-87F0-772034E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SYSTEM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255E8-A2E6-4AAD-8BA1-678D5BD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6F5B5-E6A1-4CBD-930C-403A01C0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How does the evidence 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4FE51-8997-41EF-8CF5-CBDA4D6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2CB1B-E807-401A-8441-3B540188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Trace records, code maps, runtime maps, and references stay separate.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5ADB2-583E-4515-BDF3-A7D2BB07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DE4D9-BF0F-4C27-80E4-F2BC97B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784E9-A522-414C-A129-9FD57FB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board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9D6C5-FC10-43D7-9C10-3D175EB7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5DDDC-1EC0-4C03-BE8B-FD93D46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ECF6F-9DEA-4F7B-B946-9E83A0D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6260D-7FB8-4AEA-9F84-9391BC40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local ELF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F2E6F-9D2C-4A6A-A0A7-1B77C4B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A0A30-BCAD-44CD-A310-44BBDD30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2BF41-D20A-480B-B3DA-54EB6CEB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703C2-A7E4-4918-B0F2-5AE5A581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PC + process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8974E-6249-4008-9F83-769E80B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C42DE-A0B5-42DA-9F4C-10E7A16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192CA-7455-45EA-A1C8-8337DE5E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5C60F-E50C-40BB-8A4E-64725D5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semantic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788C1-208A-4A0E-86FE-B9CD70F7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D65F6-74E3-4DFE-9B88-28C83EB7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9724C-CB41-420D-8777-1D9457A6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71884-459E-42B1-8881-6E84929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behavior labels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6296B-048C-41D5-8478-637A727E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E0D70-0FC5-4045-A051-CB5E8B2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96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SEPARATE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E1230-5442-46EC-B36E-F1B0FA2D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trace is kept separate from reference labels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ABCDC-E53E-431D-AD73-B2E833C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CE5E3-8241-43F4-9A12-B32BD6F0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72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BD0A26-8BF8-4020-ABC9-962EB69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810F29-26D9-479B-A5B1-0D6BBF2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code and behavior claims carry source labels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8EA93-5F5A-4BE9-8B89-C9C221A6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48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7081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AA7DD-4BBD-408D-B6A8-2559FC4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AADA1-8F3E-42C0-9DDE-27AB5596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EB657-798D-4394-968E-1D0A88D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63E77-AB62-4F00-B2D6-182EF6A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92CD1-6AAD-4A20-9FA0-D7D506D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1: trace correctness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00B23-3E76-4A64-9388-1BC27DA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EBE3F-CA8C-4C35-AB59-53BE2AE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trace contract is tested before semantic claims are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CF19-8C5F-4846-9B5F-71C86B6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2AB5D-ED7C-431D-971C-391098B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EC575-95DE-434C-A678-2D7F231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retire, branch, jump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2E414-A493-42F3-A6C7-2CA95CF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63C7C-365F-4FFF-9F9D-74F1709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32C5C-CEFD-437E-A798-1B431402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SYSCALL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8F74F-E4BE-4035-9AD7-2EF4954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entry and qualified 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5E7C0-A519-47BD-9EFA-6EE7A665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CF119-37BC-4F55-BEF3-9CA75DD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262A6-8916-44B6-BF27-F9CF1FF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F362C-4870-402C-811D-5268D2D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trap, CSR, SATP, privilege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E8E99-2EF2-440B-AF5F-31A61AD4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85C0F-3FB8-426F-AFAE-76AF9FA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FF188-29D9-45B3-B970-47E324BC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815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ACCOUNT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08BA0-EB1A-4430-A759-378DE4C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ARG_MEM, marker, drop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44C53-B599-4425-A251-A63C50C2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82224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4874B-C21F-4425-AD4C-56165FE3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5B3DA-2340-422C-812E-09FF70F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5320D-E821-4A00-ACEF-B5AD373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3A63F-A966-4DE9-BB66-6CE973A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401D3-5945-4F9D-807D-F5B8919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2: source-labeled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3CB50-F3C8-4C5E-BA84-B087FEE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DBCA2-F9F5-407D-BB06-D067220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Derived fields are marked as hardware, ELF, runtime map, or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FBFAC-D98D-4EE0-843F-BAB2AE3E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63181-DEFC-46AB-B8B8-BBD8FA82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24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hardware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B5B52-F29D-446D-ABB7-48F1975D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861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event sequence, traps, syscall transitions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A6C81-D341-4F5C-AE09-F79CD04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55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00727-FF5A-4694-8D44-1182E2FA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ELF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DBC3A-7ECD-441B-A62C-73E5730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861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binary identity, sections, symbols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96A60-175B-44BF-83AF-B78F5E61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19B53-503F-4A79-BDF9-E8C094A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5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runtime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F5E87-EF29-42CF-89DE-06291EF7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process scope and loaded objects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94200-D344-4EF2-9367-BF9D4161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76675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07330-A1E5-435C-B1B7-C81BA01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05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reference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ADD62-F2F0-480F-8598-A380F0F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67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expected behavior for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CBCEF-B5EE-4B78-A9A3-FFB68DE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The point is not more labels; it is preventing reference evidence from being reported as hardware recovery.</a:t>
            </a:r>
          </a:p>
        </p:txBody>
      </p:sp>
    </p:spTree>
    <p:extLst>
      <p:ext uri="{BB962C8B-B14F-4D97-AF65-F5344CB8AC3E}">
        <p14:creationId xmlns:p14="http://schemas.microsoft.com/office/powerpoint/2010/main" val="999386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FBA6D-E642-4079-9ADF-D88D351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0FBA4-6783-4811-90F3-CC82F3D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64C90-1511-456E-B528-1AADCA79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23E2-9F72-4D4A-B087-000F1010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A329A-51DB-40F2-AB2A-0406C30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3: code attribution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60B5E-8201-4A8E-9459-755C45A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5F704-AC17-4323-956E-1261F2B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ELF identity, symbols, syscall sites, and runtime maps constrain attribution.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649ED-7EE8-4D2E-9790-5F389A26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85FAF-304C-428D-8167-ACE94E3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75C6D-9F55-48D3-9ACD-F7E7357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ELF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F7616-3BB5-4140-94A8-2ED971C6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hash, load ranges, sections,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D80DE-C866-461F-8F57-FDD6DBD2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A4CBB-33E1-4FA0-A209-EC10F32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2081D-1DEC-463C-B64F-23185C4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to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13520-FDEE-47AD-88DA-05CBE45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PC evidence plus process/runtime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CB9AC-12AC-4553-9B23-D76460C9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490E4-ACB1-4AC2-8F4A-6D4BADF5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LIMITATION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1A88C-8ED2-459D-806D-BF9C900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 source-line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72008-2429-41E9-A068-4A2D0C9C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DWARF/source-line attribution needs board evidence</a:t>
            </a:r>
          </a:p>
        </p:txBody>
      </p:sp>
    </p:spTree>
    <p:extLst>
      <p:ext uri="{BB962C8B-B14F-4D97-AF65-F5344CB8AC3E}">
        <p14:creationId xmlns:p14="http://schemas.microsoft.com/office/powerpoint/2010/main" val="16187071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1A1FC-80B4-4514-AD73-FD44403F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2EFA9-3289-4F9E-A4ED-CAB0D5E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C0B68-E08B-46EA-9870-53BD31E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792D2-554E-49AE-AEA4-C857FDD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7C6D0-7CE9-438F-BBEE-A37C61A1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4: board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7B4C6-9C30-456D-891C-631F88FF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3F783-4521-490D-98CC-FE1CA815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122 accepted CVA6 windows support scoped empirical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50F8F-971C-47C4-A22C-E5FACEED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E8A14-DD4D-4DDA-A1C1-9EFC14C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accepted board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AECD2-00D3-4581-A4BF-E1F14E9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ABA43-3D4D-4032-A1C3-712CFF9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FBCEC-18DD-4A15-9413-1252EB5F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4084F-7F94-4437-B100-95E9FFF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D237C-46CC-494F-AE0A-9E09A15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attempts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5796C-C1B7-4047-95FA-18DAECC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6E593-394B-46B3-9CD9-DE1DF4C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failed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594D6-07FD-41DE-B42B-99DA2C0E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3E711-B672-4DE3-BED3-28EEA26B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drops / wraps / gaps</a:t>
            </a:r>
          </a:p>
        </p:txBody>
      </p:sp>
    </p:spTree>
    <p:extLst>
      <p:ext uri="{BB962C8B-B14F-4D97-AF65-F5344CB8AC3E}">
        <p14:creationId xmlns:p14="http://schemas.microsoft.com/office/powerpoint/2010/main" val="18775390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38749-C2AF-44EC-81B0-36EA78A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939A-25E0-4480-A5BB-13F10CA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4A8CF-BBAF-4515-8F99-0BD4A9EA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54AC9-EB39-40EE-8DF2-03260E9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5839-8F72-44C6-AEF1-50C09CC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5: controlled workloads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3F474-416A-4214-A826-461E75F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34DC0-1DCB-45FA-B156-35657B64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workload set checks behavior reconstruction, not real-world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4B668-0599-46DE-90A7-A4576FE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safe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197E5-929F-4C0A-92CC-3D50923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0423C-C334-4396-A54D-B46F159E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EA711-9A6E-4246-97C8-B99D7A6D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4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AF101-2865-4B3D-AD5D-7B22F6E7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42 accepted reps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DEF74-B1AF-47CC-8B21-54952CB9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A872A-B942-48E4-B258-8DF65D9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C08E9-B6B5-4530-BCFC-7453EA2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1D2C3-D912-4037-99B3-6F0DC8B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rPr>
              <a:t>8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ABF0D-F217-461E-BF64-66EE905F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80 accepted reps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A7C7B-7AF1-4FB3-95A4-36954EED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A0F77-F320-4B27-B90C-8A89C7E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44E0D-A320-4D3A-801D-E296B7E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2F084-2617-431E-BD27-1FA8908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5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81D52-258F-4E50-A6FF-280D03B5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scoped controls</a:t>
            </a:r>
          </a:p>
        </p:txBody>
      </p:sp>
    </p:spTree>
    <p:extLst>
      <p:ext uri="{BB962C8B-B14F-4D97-AF65-F5344CB8AC3E}">
        <p14:creationId xmlns:p14="http://schemas.microsoft.com/office/powerpoint/2010/main" val="706130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AF338-612F-4950-962C-14213B3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A686F-520B-4CA9-BF33-6C8A3A2E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44AFF-775D-4216-B6B4-530CC065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455CF-01F2-4A7B-86C0-88257499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E14C9-CB2E-438E-8E30-E14BECA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6: behavior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EE2D2-074C-4E6A-A248-031EB86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1B087-FC47-40E6-8C47-3A191D8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Perfect scoped metrics validate reconstruction, not detector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A2464-466E-41DB-A15D-D86B0DA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EF0C0-1401-4E24-9CDC-E4F76BC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3C185-D5DE-418F-A8DD-14686DC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syscall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ABB99-7FB0-4019-A877-27BE074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8048-A24D-435F-9331-1A4F375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D918E-357E-47EF-9FE5-F9FEB0EB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39BFE-6F2B-4154-9B32-46C27D46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32F37-06D9-4A28-844A-85AC4250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AA63C-E3BF-4292-979B-3C892C4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argument recon.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14B7B-C047-41F9-A94C-54B3AFE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746C9-F5E7-4CAF-A68C-CF4DB3A4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7F99D-C5C8-4F65-9601-5D6DF94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FPR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E2329-7125-47A1-93D7-E07A1861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4727F-0D2A-46F4-9B90-3EF395E5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86325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Controlled workload analysis only. Not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566304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74ABB-7A1B-480B-BBAA-4AE44487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48889-6238-4FD2-963E-0E53A19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D6423-70B9-490F-848F-F518C22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71C1C-50F0-408F-A68B-4455F23E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DCF9E-0119-4047-A1B5-78D8E14B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are the boundaries?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F1C2-FE38-4C2D-9A93-6F88537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22B81-D374-40CB-9969-2347F6D6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Unsupported topics stay as limitations or future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65B62-52C5-4192-A80E-CDC2F171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EF8E3-5A1B-4F5E-9E07-B21BA85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622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2FD54-FCFA-4FF6-9047-8F17FE8F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hardware-assisted behavior tracing and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47AFF-56B2-48C4-84C4-02D69AB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95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CBBC9-A47D-486D-A871-5F239F7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86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99D2D-BFCC-4A29-B6FA-C6DF063B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BAE3F-210F-4CA8-BBD5-C029A7FE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35T end-to-end prototype; scoped CVA6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14FEE-EE65-4B65-88C7-96BB893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D64CB-B1F3-474F-B670-4B95A054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562A2-0C5B-47C2-8C72-EE3F77D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F197F-3195-4E45-90F6-9AC758F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synthetic and safety-controlled malware-derived behaviors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BBC5A-1DA5-44AA-82E4-A82640B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29675-748A-4249-80A8-AF017D63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EDE64-5FBB-4E63-8129-B0B31285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053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DO NOT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46B21-C543-48F7-BC51-46F6331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real-malware accuracy, payload equivalence, production detector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781B4-D8B3-4871-A1BE-58851F0D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5350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E42D2-2E5D-4237-A886-47900C2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D62BC-2B2D-4937-8C69-057CA868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8C139-5F4B-4936-BE20-991F16E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ALTERNATIVE EXPLANATIONS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8DDC6-5C84-417C-ADC9-C7754AA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B491B-8080-4D8B-9BCE-B4E52A42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else could explain the result?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AF050-1A7E-4B7E-A180-7AA1BA72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6F9FF-2150-47E9-8D7F-0510C141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current evidence rules out some failures, but not all external validity concerns.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9ADBB-E231-4736-874A-9D8DADD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E7AB7-15CA-4977-B057-315968D8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907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82BF-2307-4298-B6D5-E70B08DF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1457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Reference logs may supply too much semantic information; source labels expose that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B3A3A-8F57-4340-BBF4-7284192C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DDBCB-5073-4A0A-8BCF-745FF2D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46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160A3-2AA9-4074-8302-010FE37A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75E6D-F2E3-409C-833F-244DB73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9562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Local code-attribution fixtures may not equal board-native source-line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64416-8FAD-4DE9-92BD-D73EC553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052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6C04D-F568-47DB-9991-8912304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957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93F83-24BF-49BB-9D13-5EC9431E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73EF6-EDE0-41A7-8C46-ED81D437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7667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Controlled workloads may not predict in-the-wild malware behavior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15584-0FE6-4BCF-82C4-948F646D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62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9D041-CC8B-4D18-9053-6F6731D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767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F70E8-08E8-41BF-8B2B-59DC9F2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30757-16C1-4CAF-BBC4-624D7D2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5772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deltas do not establish runtime slowdown without cycle-overhead measurement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88DF7-DF03-4E33-A935-2CFF1F69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673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02076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50DF0-7789-4DA8-97CD-C10930F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40F85-01C1-47D0-B986-9074597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1E1FF-47E2-4EE5-831F-5B176DE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A9183-40EE-4189-8FDE-D02DA3EA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AA3BD-80F0-47C3-8528-8AA8C29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cost is measured?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9B03E-495C-48A3-BB38-7B3F9C2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4DCF-5AD4-4EF5-9358-ABFB8B4C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Resource and timing evidence support implementation cost, not runtime slowdown.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B6EC2-5D99-4D2B-92D5-B5CF775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E7503-4D6E-43A7-9EAF-16E3809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BB843-58BE-4CFD-8DAB-B441CBCA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361759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51D0C-5336-446F-A048-E40D31B9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C3E94-0521-4D52-A709-B500E08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30009-353D-42C9-B97A-4D85B41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4B57C-DB95-4B45-A341-F8E22CC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3117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E230E-678F-4177-9465-9448042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242D4-F643-4611-8358-BA29C462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61423-0C8B-4D4C-950A-F9D31597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9269C-5032-4574-8DC5-D9D91D7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7943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84B2B-1A07-4174-BF6A-5C875DB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A54FC-FE86-44C3-854B-BFC6714A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F075B-2103-49CE-A7D9-7EF3C771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72F85-26ED-43D3-B124-016A553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A6F3A-3A61-4ECF-AD35-0651D65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+0.00%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DC07C-498C-4323-A4D0-DBDBF6A7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Timing MET, slack 0.177 ns. Cycle-level runtime overhead remains unsupported.</a:t>
            </a:r>
          </a:p>
        </p:txBody>
      </p:sp>
    </p:spTree>
    <p:extLst>
      <p:ext uri="{BB962C8B-B14F-4D97-AF65-F5344CB8AC3E}">
        <p14:creationId xmlns:p14="http://schemas.microsoft.com/office/powerpoint/2010/main" val="6049805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470FB-C7AC-4755-8746-8967E6F3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003F9-AD68-4A79-A72A-31C04C8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7EC9C-3C7E-44A4-92F1-5609D198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C825-BBC5-4F0A-BD38-80BA30C4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7E61-467E-4B29-8237-4C62024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should the group help decide?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6156E-9F6B-4C7E-AF88-1DCFA7B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6F43E-5672-4062-96C2-606C4B2D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next work is not more running; it is claim selection and one evidence gap.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F136B-D35C-41AF-AEBF-A0537313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F1661-021F-42EB-A09E-1F2E37C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907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91C66-B139-4D9A-A110-D32A13A8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145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Is the submission claim trace-backed behavior reconstruction, not malware detection?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9D4B8-CDC3-44DF-9FB6-D2F2774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FC6FC-DBEB-4B2A-AE34-2E3A1AD4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46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425B0-6E83-4FCA-89C3-33EF08E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0637D-F337-4319-B498-98E9FBE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95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Which single evidence gap matters most: board-native source lines, overhead, or transport?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0331B-BBD6-45C1-BA74-328620A9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052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9B714-66BE-4654-A11E-EF36027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957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E7C81-DA62-4590-B219-DBC2EEE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BFBAE-1F72-435C-B904-98C18E6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76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Move real-malware accuracy and payload-equivalence claims to limitations/future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0739A-9583-4B7B-9A2A-7EAD8D2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62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48DA6-2604-4ECB-A831-9F96B4E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767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B15F1-F86B-4ABE-95FA-44C798A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6A465-C759-43CC-92A6-3306B5C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577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Convert remaining prose claims into final figures and claim-evidence 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432C4-FB62-4006-A5C5-FB7E8C7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673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902381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3F02F-3EE8-4F43-81FB-3EA36E9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BCBCB-E72F-4F6E-9FA0-5070FFE7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B5FC6-D7A2-4CBE-AB4D-BF8AF7D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36B9C-337A-41DB-BA20-AC97FCA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B753F-DC70-410B-96E1-104A699B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artifact package is reviewable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BF2D8-C083-404E-AB75-B53B81BA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8E866-B6BE-4D91-B9AF-2D4551C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paper should cite reproducible evidence, not untracked experiment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1AB49-7020-4F8D-BF9A-BA02754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D16F8-DF35-479B-8715-F3FF5ED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DF0CD-6123-40B0-95ED-CB7304B4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current artifact root 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8A8F7-CF43-450B-81FD-58711DB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56B1A-39A8-480A-A903-F420901C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37669-15FA-4DD8-961C-40459E5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4C635-158E-4FD0-BF33-E518158F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3160 files, 316.9 MB, SHA d5b806...433b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E9F5-22DE-47DA-90EF-C53CF4D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72D06-9672-4418-B971-C9AE270C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9B35D-DAD9-4A48-BEF2-C57FF02C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CHECKERS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2724B-23D7-4171-9909-89F1AB3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repro:quick and documented full gates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14ADC-7B24-4430-997D-7D05D0D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EDF38-45E1-4C50-833D-9CA6933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85173-1064-4923-B2E2-61DADD2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815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54518-9711-4863-8996-61EC7736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NDSS draft builds; figures and quantitative tables still need final polish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02DF1-3EB2-4A06-966D-F5286C73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0589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088B3-18B2-4A03-B605-3AD4762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F5BE1-0F74-4E30-A9FA-0B66496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14673-6622-4374-9A17-73F521F6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114B4-3504-4011-BB32-7204998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5E575-0A13-495B-B1E8-2F04205D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Paper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F3235-35B6-4C21-B54C-7544081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B27E0-8B53-43B2-B038-A771B39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Problem -&gt; conclusion -&gt; evidence -&gt; boundary -&gt;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1BAEE-CFA1-4C83-BEC3-74E37E36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2EC1E-01B9-454E-8657-F91CD28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E9650-6CEE-4A78-AFBE-6ED1519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to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2646E-E102-416A-8BFF-BC5298F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1386F-C0E9-4BC5-B56E-3F13675A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261B7-CF50-4EA6-8025-F61C37F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controlled recon.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C3DA9-5A8B-4765-A72F-C63D6A7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88AC0-FEAC-4F13-BAFF-53BA2037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AAABD-EB7F-420E-8437-63562967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tests + 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F2D2B-2486-49C4-816C-DE4B7AF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52EC4-BDE9-4A56-BCB6-D17286ED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ECA1C-F6A0-4E07-A66D-381339BE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claim + gap</a:t>
            </a:r>
          </a:p>
        </p:txBody>
      </p:sp>
    </p:spTree>
    <p:extLst>
      <p:ext uri="{BB962C8B-B14F-4D97-AF65-F5344CB8AC3E}">
        <p14:creationId xmlns:p14="http://schemas.microsoft.com/office/powerpoint/2010/main" val="1158877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510A3-6FAD-44E2-864F-18913BEF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469BF-E432-489F-8507-1732F3B5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CB195-0FB3-40CE-AC28-6CFB750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0A89D-6F4C-485F-A31E-D9CBC05F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88306-7FEF-4C14-9D96-565F838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Streaming/DMA remains 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3B71-DB12-4E5D-BB8D-D841A63D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17F8A-2306-4EBF-9108-F2B9F013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Readiness and target profiles are not throughput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E4E10-C474-454D-BD1E-E457CF8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B5FF0-C87E-486E-83CA-6368E462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0F54B-FDCF-4547-BBED-C64C58A0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p99 = 0.0215755 event bytes/cycle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09ED3-DF83-446D-BFFD-1DB3843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A640E-57A4-49CF-937F-B4F5497D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480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BC365-7B18-461A-A2E5-6C7006B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60872-3838-460C-BF06-D8B0B0A3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0.0323633 event bytes/cycle, about 1.618 MB/s at 50 MHz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2993A-3D5E-4B48-B846-A3F3FFBB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421C9-6485-40B4-B9B6-ACFB419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29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E23CE-E186-46C5-BCC4-0919A9F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DF5D3-1008-4DFB-9451-39035FA7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sustained streaming = 0; noninterference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EF502-8AF1-4526-B206-570F277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907787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EEEF3-33EA-43E3-BDB7-5D5C03A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77103-959B-438B-88FC-8A65FAE1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D94DE-F124-4A8F-A272-5F062CB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FE7C9-239C-49C5-9222-EC0D1F98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1805B-C07C-4201-8363-ED39F4A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Workload roster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DFA41-61D6-46E3-8EFB-2AB54FAD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F0A42-2AD0-4AA2-B604-76F6FB29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Sample names are appendix material, not main-story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90300-2377-4B0B-BBF3-2EE4E8A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3E201-B533-47F4-B334-07E61249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6C17C-361F-4849-B80B-CD597315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hello_write; file_open_read_write; fork_exec; illegal_instruction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3673C-18B8-41BE-A85C-AF1534A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2760C-8A65-4982-B714-3BED142F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908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9D05D-112B-4665-A2B9-722005C3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406CC-C4DB-4DB4-A1F6-91478635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file_scan; batch_open_read_write; self_copy_sim; abnormal_syscall_sequence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00ED3-2837-4C84-A0B4-D571F73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1E199-03A6-4EB8-929A-3BD60A39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77AB1-69FF-4E6B-BCFC-EFDEF608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290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458FA-2DBF-4B8F-A436-60CA08E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illegal_trap; process_chain; dynamic_executable_memory; anti_debug_like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F5145-FD64-4823-ACF8-BC80EAF4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81F6D-34A3-4522-9B09-C420B248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50A70-5471-49AB-8879-651BD43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01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BENIGN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09E49-8D90-4C3D-9C73-07201C4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hello; cat; clock_status; getdents_only; mmap_rw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B5F00-4F16-43EE-9D03-B0E59048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81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220618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E53DFF-C4D0-40EE-9D1E-B9A4D9E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D0E27-996C-4FB1-8103-B441898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5FBAF-AC3A-4D2C-8C9F-314C975C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1AE9C-6256-4825-8398-8A4B97E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1AF5D-B282-4A10-B273-5A72D3D1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detail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C791-AF95-4A73-A63A-0C78383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01775-033C-4229-8872-3CFD892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Resource/timing claim is supported; runtime overhead is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EFB16-D2CC-477B-BC1E-8340EB44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04B9E-7AE3-4A66-9C91-8C61526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4FC1-E8A3-4CBA-862E-D9E2D0D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6F051-F493-423B-AF15-CC766CD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A857E-5527-4201-811D-BB06936E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7AF29-A47E-4B80-8DAF-320D259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84,923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BA323-6C26-4067-BE14-16FEEE44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56,491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15D8D-97C7-4FD8-9626-DF1D7D4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F3F1E-C70B-4D55-8159-4EC99BD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670A5-6577-4C04-B474-757E69A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26FE1-2DCB-4A98-9D97-CDFC3061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7921-7661-42C0-AF41-959ABE61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106,428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D3617-9036-4A8C-AA79-A97FBFB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65,634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F1EFA-9A63-48F3-B123-66E6D904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D9D30-59C4-4ED6-A4E3-67B48F2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C49F0-0C80-451D-AC64-2755097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F973E-5303-4B4A-B6FF-39021118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AEBAC-2B6A-4A9C-8AC2-2253392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D6974-EA00-4764-9ED2-1C1E03D9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92E79-381A-46C5-AE81-7CC3C29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8EC67-99FD-437A-B9B1-AC1FB757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6684D2-D218-409C-B5F5-8C9B314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400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2026-06-26T01:36:55.2510000Z</dcterms:created>
  <dcterms:modified xsi:type="dcterms:W3CDTF">2026-06-26T01:36:55.2510000Z</dcterms:modified>
</coreProperties>
</file>